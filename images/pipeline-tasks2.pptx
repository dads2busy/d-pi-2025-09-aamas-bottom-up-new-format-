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4681"/>
  </p:normalViewPr>
  <p:slideViewPr>
    <p:cSldViewPr snapToGrid="0">
      <p:cViewPr varScale="1">
        <p:scale>
          <a:sx n="178" d="100"/>
          <a:sy n="178" d="100"/>
        </p:scale>
        <p:origin x="19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56AF-6424-7999-2A89-F21A3AE35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C48B3-F264-6347-FB20-5CA88D532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FDF8-4E74-DF5F-FCB4-1540AC22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B8855-2615-4F55-2D9A-34E57547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E125F-689D-21B2-05DF-8CA4F6F7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6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82DD-BB2B-DECD-4370-7D2C77B6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6A6E2-B8BB-F781-2F2B-355B798D0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29D2-7E55-9B67-79DC-E769700F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9A0FE-3A1B-515A-70A6-D62927132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168FD-84B4-4218-7623-B3D41575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0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C98-4C9F-6761-B01E-8809C731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5E7BE-276F-C39F-2789-BCE3ECEC6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50AE5-CC9E-C15F-E488-86B1CF48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55AB2-CB4A-835E-00A3-63AC30D1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1560E-B774-439D-7200-9163BE40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3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B949-58C6-25E5-72CB-4DF41576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3FF7F-AF3D-348D-D2A1-CD87E31CF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28324-0C0B-8682-BC59-B04DC448F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2F223-BE84-5E1E-4E11-6327D40F8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17484-72E0-0720-CFB6-C57832F6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20ADA-08A2-EB2C-F563-9941E234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6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90393-4788-34DE-5E71-E5492EFC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9816B-F1B7-7929-C75C-C4C79D52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FFE2E-B64E-2A3B-C9F2-69EF2B23A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41E8D-8037-8658-5477-0D84ABAAC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52744-3A36-561C-D86C-46F46A57F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97EFF-2C44-E73F-DA54-D16B6843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566C0-444F-1642-22BC-A6ED06D0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A74E3-E2D1-3CF0-02A0-4C2AB81C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3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BB88-67AD-A438-E5D8-53147BC7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20F2F-7591-9267-99E1-7A46D3F4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B92EFB-6C14-739B-FD8A-DC480F1B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08E6A-79B0-EA24-ECA7-86456CFC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5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C5511-7267-EB17-4566-85AAC083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FD875-C7D8-6FA9-73CB-DC73EC98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6EDF0-9C11-BB10-745D-D79DF609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9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41BE-2959-72E3-E330-7EE5DA05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203E1-314B-4CDA-30F1-B0CB2093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41565-506C-09F3-259B-C1357A83C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3E26D-9519-4096-4D1B-99465381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C5D4-B6B9-2EA3-07BB-1FC4D4946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542B9-9BFA-6DA9-88AC-28C6B126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5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0D44D-25AC-0175-EE35-2418EED8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44EE6-9FD5-047F-4276-157D40041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19002-0184-F69D-B93A-927E943B6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C221D-ABC9-FBB6-8071-47C66BA65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443C4-5A8B-82EE-2E13-6A98EFC8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A15B0-3063-DDF9-F2E6-C93F089C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3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99C7-012D-EB88-450F-A23D5A04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8BF77-9094-3BAE-A7BA-3835DE853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910D1-ADFB-3FED-C56F-0B748F5E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2F3B5-A2C4-2B61-9F29-528CF282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2C744-74F5-2844-5EC0-27B6ED93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6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77A02-C30F-F81E-71BD-B38F8A694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D04CF-CF1A-EDD1-32AD-B58DF86E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2C22D-A6F7-EF81-ADA7-0DD2281C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8FDA0-CB2B-F36A-FF22-29E498C1F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96A5-1892-6812-CEF8-93ECC300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8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798A2F-63B9-B712-A7C5-B4F4AE488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F1FE8-9C12-9D71-DF53-0D473510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4CD1B-A8BA-1EE1-139D-155D8457A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9E746-8FE4-1E4C-B94E-880C19E3B34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E400B-811F-C78B-8490-2B17705E8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83604-FB00-8CA7-0802-F8D752C8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F89B4B-BEB1-9546-98EC-73E50AB5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9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C948AA-3CAF-14C4-213E-B615BBB5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12" y="1457048"/>
            <a:ext cx="7772400" cy="178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6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EBE072-E9F7-2E21-FA81-81E987DDE937}"/>
              </a:ext>
            </a:extLst>
          </p:cNvPr>
          <p:cNvSpPr/>
          <p:nvPr/>
        </p:nvSpPr>
        <p:spPr>
          <a:xfrm>
            <a:off x="3659686" y="1146130"/>
            <a:ext cx="1365337" cy="945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 Research Materials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62437-A1EC-475C-C2BA-242F94D07080}"/>
              </a:ext>
            </a:extLst>
          </p:cNvPr>
          <p:cNvSpPr/>
          <p:nvPr/>
        </p:nvSpPr>
        <p:spPr>
          <a:xfrm>
            <a:off x="3659687" y="2686832"/>
            <a:ext cx="1365337" cy="945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 Material Processes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A056AA-AEBC-5DCE-E6C0-4F04EDD4CD10}"/>
              </a:ext>
            </a:extLst>
          </p:cNvPr>
          <p:cNvSpPr/>
          <p:nvPr/>
        </p:nvSpPr>
        <p:spPr>
          <a:xfrm>
            <a:off x="5402892" y="2686832"/>
            <a:ext cx="1365337" cy="945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Merge Duplicate Processes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BB71AE-9869-8080-3624-158BD928CFE4}"/>
              </a:ext>
            </a:extLst>
          </p:cNvPr>
          <p:cNvSpPr/>
          <p:nvPr/>
        </p:nvSpPr>
        <p:spPr>
          <a:xfrm>
            <a:off x="7146097" y="2686831"/>
            <a:ext cx="1365337" cy="945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 Material Processes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BA3F3-D0EB-7DFB-2800-8FBD059866A4}"/>
              </a:ext>
            </a:extLst>
          </p:cNvPr>
          <p:cNvSpPr/>
          <p:nvPr/>
        </p:nvSpPr>
        <p:spPr>
          <a:xfrm>
            <a:off x="3659686" y="4227534"/>
            <a:ext cx="1365337" cy="945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Expand Process Materials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D3AD9-3BBF-B56B-4F4E-DF7F9C9F65BD}"/>
              </a:ext>
            </a:extLst>
          </p:cNvPr>
          <p:cNvSpPr/>
          <p:nvPr/>
        </p:nvSpPr>
        <p:spPr>
          <a:xfrm>
            <a:off x="5419594" y="4227533"/>
            <a:ext cx="1365337" cy="945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Purge Processes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6A987AE-8962-4FB3-3077-DF5F8F871885}"/>
              </a:ext>
            </a:extLst>
          </p:cNvPr>
          <p:cNvGrpSpPr/>
          <p:nvPr/>
        </p:nvGrpSpPr>
        <p:grpSpPr>
          <a:xfrm>
            <a:off x="5553203" y="1086630"/>
            <a:ext cx="1064713" cy="1064713"/>
            <a:chOff x="2054268" y="4227533"/>
            <a:chExt cx="1064713" cy="106471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0BD894-3F0B-CE3A-9D8F-4713BA973606}"/>
                </a:ext>
              </a:extLst>
            </p:cNvPr>
            <p:cNvSpPr/>
            <p:nvPr/>
          </p:nvSpPr>
          <p:spPr>
            <a:xfrm>
              <a:off x="2054268" y="4227533"/>
              <a:ext cx="1064713" cy="10647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75843D-A285-FD8F-3B4F-0C39B83BD202}"/>
                </a:ext>
              </a:extLst>
            </p:cNvPr>
            <p:cNvSpPr txBox="1"/>
            <p:nvPr/>
          </p:nvSpPr>
          <p:spPr>
            <a:xfrm>
              <a:off x="2169682" y="4575223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Config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7D9C54-F6EC-198D-0AA2-B64829FAEFD9}"/>
              </a:ext>
            </a:extLst>
          </p:cNvPr>
          <p:cNvCxnSpPr>
            <a:stCxn id="10" idx="2"/>
            <a:endCxn id="4" idx="3"/>
          </p:cNvCxnSpPr>
          <p:nvPr/>
        </p:nvCxnSpPr>
        <p:spPr>
          <a:xfrm flipH="1">
            <a:off x="5025023" y="1618987"/>
            <a:ext cx="52818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32535D-63E7-F65B-9824-0DB0E424963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342355" y="2091845"/>
            <a:ext cx="1" cy="594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333FAC-4A21-05E1-DD54-9D15A58D322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025024" y="3159690"/>
            <a:ext cx="3778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3AA76A-7414-4F7C-7BF6-901A7DBACD4E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768229" y="3159689"/>
            <a:ext cx="3778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440B594B-00FB-68B9-5D9F-06FF73A708AD}"/>
              </a:ext>
            </a:extLst>
          </p:cNvPr>
          <p:cNvCxnSpPr>
            <a:stCxn id="7" idx="2"/>
            <a:endCxn id="9" idx="3"/>
          </p:cNvCxnSpPr>
          <p:nvPr/>
        </p:nvCxnSpPr>
        <p:spPr>
          <a:xfrm rot="5400000">
            <a:off x="6772927" y="3644551"/>
            <a:ext cx="1067845" cy="10438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5B76B3-7F9E-2A7D-B146-18902357DBB0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025023" y="4700391"/>
            <a:ext cx="3945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7DBBE3-5385-1154-8059-ACE83D5388D3}"/>
              </a:ext>
            </a:extLst>
          </p:cNvPr>
          <p:cNvCxnSpPr>
            <a:stCxn id="8" idx="0"/>
            <a:endCxn id="5" idx="2"/>
          </p:cNvCxnSpPr>
          <p:nvPr/>
        </p:nvCxnSpPr>
        <p:spPr>
          <a:xfrm flipV="1">
            <a:off x="4342355" y="3632547"/>
            <a:ext cx="1" cy="59498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3913BA-655F-C623-4B0F-35235D2BE118}"/>
              </a:ext>
            </a:extLst>
          </p:cNvPr>
          <p:cNvCxnSpPr>
            <a:stCxn id="7" idx="0"/>
          </p:cNvCxnSpPr>
          <p:nvPr/>
        </p:nvCxnSpPr>
        <p:spPr>
          <a:xfrm flipV="1">
            <a:off x="7828766" y="2378869"/>
            <a:ext cx="1" cy="30796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31EA3D3-DA82-5885-C383-DFAE9DE668E2}"/>
              </a:ext>
            </a:extLst>
          </p:cNvPr>
          <p:cNvCxnSpPr/>
          <p:nvPr/>
        </p:nvCxnSpPr>
        <p:spPr>
          <a:xfrm rot="10800000" flipV="1">
            <a:off x="4507706" y="2378869"/>
            <a:ext cx="3321060" cy="307962"/>
          </a:xfrm>
          <a:prstGeom prst="bentConnector3">
            <a:avLst>
              <a:gd name="adj1" fmla="val 100119"/>
            </a:avLst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88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Swarup, Samarth (ss7rs)</dc:creator>
  <cp:lastModifiedBy>Swarup, Samarth (ss7rs)</cp:lastModifiedBy>
  <cp:revision>1</cp:revision>
  <dcterms:created xsi:type="dcterms:W3CDTF">2025-10-09T05:38:26Z</dcterms:created>
  <dcterms:modified xsi:type="dcterms:W3CDTF">2025-10-09T05:49:30Z</dcterms:modified>
</cp:coreProperties>
</file>